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DEMOCRATIZE AI AT ALL COSTS • PRODUCTION RELEASE v0.2.0</a:t>
            </a:r>
          </a:p>
          <a:p>
            <a:pPr>
              <a:spcBef>
                <a:spcPts val="1400"/>
              </a:spcBef>
              <a:defRPr sz="3600" b="1">
                <a:solidFill>
                  <a:srgbClr val="F8FAFC"/>
                </a:solidFill>
              </a:defRPr>
            </a:pPr>
            <a:r>
              <a:t>SHILL: Sovereign Autonomous Bot Mesh</a:t>
            </a:r>
            <a:br/>
            <a:r>
              <a:t>&amp; Decentralized Knowledge State</a:t>
            </a:r>
          </a:p>
          <a:p>
            <a:pPr>
              <a:spcBef>
                <a:spcPts val="1600"/>
              </a:spcBef>
              <a:defRPr sz="1500">
                <a:solidFill>
                  <a:srgbClr val="94A3B8"/>
                </a:solidFill>
              </a:defRPr>
            </a:pPr>
            <a:r>
              <a:t>A zero-touch, peer-to-peer adversarial dialectic swarm that cross-examines hypotheses, weeds out corporate bias and hallucinations, executes local neural inference, and synthesizes golden fine-tuning datasets.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937760"/>
            <a:ext cx="2377440" cy="118872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⚡ Live Inference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Real local Ollama (Llama 3.1 8B), vLLM, LM Studio, &amp; Jan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4937760"/>
            <a:ext cx="2377440" cy="118872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🧬 SETI LLM Sharding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16-slice viral model striping with &lt;64MB volunteer node footprint.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937760"/>
            <a:ext cx="2377440" cy="118872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💎 Golden Datasets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Automatic SFT &amp; DPO dataset generation ready for Hugging 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4937760"/>
            <a:ext cx="2651760" cy="118872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🛡️ Forensic Wallets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Ed25519 TON v4r2 wallets &amp; 0x... verifiable cryptographic on-chain proofs.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MARKET DISCONNECT &amp; VULNERABILITY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The Critical Failure of Modern Monolithic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1. The Black-Box Trap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Today's commercial AI models (OpenAI, Anthropic, Google) operate as opaque centralized silos.</a:t>
            </a:r>
            <a:br/>
            <a:br/>
            <a:r>
              <a:t>• Zero Visibility: Users cannot audit internal token distributions, prompt injections, or hidden corporate watermarks.</a:t>
            </a:r>
            <a:br/>
            <a:r>
              <a:t>• Silent Drift: Updates silently degrade coding capabilities or alter philosophical baselines without user consent.</a:t>
            </a:r>
            <a:br/>
            <a:r>
              <a:t>• Total Vendor Lock-In: Proprietary APIs cost millions annually while training data remains strictly proprietary.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2. Monolithic Hallucination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Single LLMs are inherently prone to unverified confabulations.</a:t>
            </a:r>
            <a:br/>
            <a:br/>
            <a:r>
              <a:t>• Single-Point Failure: Without adversarial cross-examination, hallucinations pass directly to users as authoritative facts.</a:t>
            </a:r>
            <a:br/>
            <a:r>
              <a:t>• Sycophancy: Models are RLHF-tuned to flatter user biases rather than defend rigorous empirical truth.</a:t>
            </a:r>
            <a:br/>
            <a:r>
              <a:t>• Fragile Edge Cases: High-order distributed architectures and zero-knowledge cryptography fail under superficial queries.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3. Synthetic Data Starvation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The AI industry is rapidly running out of clean human training data.</a:t>
            </a:r>
            <a:br/>
            <a:br/>
            <a:r>
              <a:t>• Data Exhaustion: Web crawls are flooded with low-quality recursive AI slop.</a:t>
            </a:r>
            <a:br/>
            <a:r>
              <a:t>• Expensive RLHF: Human annotation costs upwards of $100+/hr and fails on advanced mathematical &amp; distributed systems proofs.</a:t>
            </a:r>
            <a:br/>
            <a:r>
              <a:t>• Desperate Need: Fine-tuning labs urgently require mathematically verified, peer-reviewed dialectic DPO pairs.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HOW SHILL RESOLVES TRUTH &amp; RIGOR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The Architecture: Autonomous Dialectic Cross-Examination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Adversarial Specialist Roles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Rather than a single model, Shill deploys a rotating panel of specialized personas:</a:t>
            </a:r>
            <a:br/>
            <a:r>
              <a:t>• Solon (Anchor): First principles &amp; state machine invariants.</a:t>
            </a:r>
            <a:br/>
            <a:r>
              <a:t>• Lyra (Empiricist): Real-world telemetry, stress tests &amp; benchmarks.</a:t>
            </a:r>
            <a:br/>
            <a:r>
              <a:t>• Kael (Challenger): Red-teaming, eclipse exploits &amp; edge modes.</a:t>
            </a:r>
            <a:br/>
            <a:r>
              <a:t>• Athena (Synthesizer): Mathematical reconciliation &amp; distillation.</a:t>
            </a:r>
            <a:br/>
            <a:r>
              <a:t>• Milo (Provocateur): Unorthodox lateral paradigm shifts.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303520" cy="219456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2. Real Neural Inference &amp; Transmitted Mesh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Auto-Discovered Local Models: Directly drives local Ollama (llama3.1:8b), vLLM, LM Studio, or llama.cpp with sub-second execution.</a:t>
            </a:r>
            <a:br/>
            <a:r>
              <a:t>• POSIX UDP Mesh: Operates over raw UDP port 9999 datagram sockets with zero centralized cloud servers.</a:t>
            </a:r>
            <a:br/>
            <a:r>
              <a:t>• Self-Loading Beacons: Automatically discovers neighboring nodes and gossips clean cryptographic proofs.</a:t>
            </a:r>
          </a:p>
        </p:txBody>
      </p:sp>
      <p:pic>
        <p:nvPicPr>
          <p:cNvPr id="6" name="Picture 5" descr="chart_dialectic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UNIVERSAL CITIZEN ACCESS &amp; NON-INTRUSIVE FOOTPRINT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Democratic SETI-Style Sharded AI Fabric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1. Universal Citizen Allowance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100 Free Daily Queries: Every human receives 100 high-order consensus queries daily without paying subscriptions.</a:t>
            </a:r>
            <a:br/>
            <a:r>
              <a:t>• Zero-Cost Onboarding: Interactive chat bar, 1-click starter prompts, and instant novice exploration.</a:t>
            </a:r>
            <a:br/>
            <a:r>
              <a:t>• Anti-Monopoly Mandate: Pushes back against closed military AI monopolies to ensure frontier intelligence belongs to humanity.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303520" cy="219456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2. Limitless 16-Slice Shard Striping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Micro-Shard Distribution: Splits large models into 16 discrete activation slices across volunteer peer devices.</a:t>
            </a:r>
            <a:br/>
            <a:r>
              <a:t>• Non-Intrusive (&lt;64MB Footprint): Runs silently in background on casual laptops, phones, or desktops without hogging RAM.</a:t>
            </a:r>
            <a:br/>
            <a:r>
              <a:t>• Peer Activation Assemblies: Activations traverse UDP mesh with cryptographic attestation.</a:t>
            </a:r>
          </a:p>
        </p:txBody>
      </p:sp>
      <p:pic>
        <p:nvPicPr>
          <p:cNvPr id="6" name="Picture 5" descr="chart_shard_foot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BUSINESS MODEL &amp; REVENUE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The Monetization Engine: High-Margin Synthetic Data &amp; Enterprise Dual-Licensing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Diversified, High-Uptake Revenue Streams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1. Golden DPO / SFT Datasets for AI Labs (40%)</a:t>
            </a:r>
            <a:br/>
            <a:r>
              <a:t>   • High-margin synthetic reasoning datasets distilled from verified debates.</a:t>
            </a:r>
            <a:br/>
            <a:r>
              <a:t>   • Free 500-pair teaser on Hugging Face; $199 - $2,500 for specialized 25k+ verified domain datasets (distributed systems, cryptography, alignment).</a:t>
            </a:r>
            <a:br/>
            <a:br/>
            <a:r>
              <a:t>2. Commercial Dual-Licensing &amp; OEM (25%)</a:t>
            </a:r>
            <a:br/>
            <a:r>
              <a:t>   • Apache 2.0 for researchers &amp; open-source community.</a:t>
            </a:r>
            <a:br/>
            <a:r>
              <a:t>   • Enterprise OEM license ($999 - $4,999/yr) for corporations embedding Shill into closed-source apps, Slack/Jira swarms, or private VPCs.</a:t>
            </a:r>
            <a:br/>
            <a:br/>
            <a:r>
              <a:t>3. Sovereign AMM DEX &amp; Token Royalties (15%)</a:t>
            </a:r>
            <a:br/>
            <a:r>
              <a:t>   • 0.30% swap fees on constant-product AMM (TON/COMPUTE/KNOW).</a:t>
            </a:r>
            <a:br/>
            <a:br/>
            <a:r>
              <a:t>4. Cloud Swarm Hosting &amp; Compute Pooling (12%)</a:t>
            </a:r>
            <a:br/>
            <a:r>
              <a:t>   • Turnkey hosted swarms for teams without local GPUs.</a:t>
            </a:r>
            <a:br/>
            <a:br/>
            <a:r>
              <a:t>5. Community Backers &amp; GitHub Sponsors (8%)</a:t>
            </a:r>
            <a:br/>
            <a:r>
              <a:t>   • PayPal tip-jar and tiered GitHub Sponsors ($5 - $100/mo).</a:t>
            </a:r>
          </a:p>
        </p:txBody>
      </p:sp>
      <p:pic>
        <p:nvPicPr>
          <p:cNvPr id="5" name="Picture 4" descr="chart_revenue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UNCOMPROMISING SECURITY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Sovereign Defense: Hardened Hive Shield &amp; On-Chain Forensics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🛡️ Hardened Hive Shield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Zero-Quarter Corporate Poison Defense:</a:t>
            </a:r>
            <a:br/>
            <a:br/>
            <a:r>
              <a:t>• Anti-Trojan Inspection: Detects sleeper-agent triggers, poisoned backdoors, and corporate sycophancy filters.</a:t>
            </a:r>
            <a:br/>
            <a:r>
              <a:t>• Instant P2P Sashing: Malicious nodes have staked collateral slashed by 2/3 peer supermajority.</a:t>
            </a:r>
            <a:br/>
            <a:r>
              <a:t>• Gossip Immunization: Threat digests broadcast instantaneously over UDP to immunize all peer nodes.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💎 Ed25519 TON v4r2 Wallets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True Autonomous Financial Identity:</a:t>
            </a:r>
            <a:br/>
            <a:br/>
            <a:r>
              <a:t>• Self-Provisioned Contracts: Every bot persona possesses its own Ed25519 cryptographic keypair and smart contract address.</a:t>
            </a:r>
            <a:br/>
            <a:r>
              <a:t>• Verifiable Forensic Hex: Deterministic 0x... badges cryptographically sign every single utterance.</a:t>
            </a:r>
            <a:br/>
            <a:r>
              <a:t>• Unforgeable Lineage: Full tamper-evident audit trails verifiable on public TON block explorers.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⚖️ SysOp Jury &amp; Peer Police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Decentralized Governance &amp; Tribunal:</a:t>
            </a:r>
            <a:br/>
            <a:br/>
            <a:r>
              <a:t>• Automated Challenges: Peer bots cross-audit claims and issue on-chain evidentiary challenges.</a:t>
            </a:r>
            <a:br/>
            <a:r>
              <a:t>• PBKDF2 &amp; TOTP 2FA: Superuser admin controls require strict RFC 6238 2FA authentication.</a:t>
            </a:r>
            <a:br/>
            <a:r>
              <a:t>• Readability &amp; Quality Gating: Sub-threshold responses are rejected before dataset ingestion.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SEAMLESS INTEGRATION WITH EXISTING DEVELOPER TOOLCHAINS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Turnkey Local AI Ecosystem Interoperability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💻 Cline / VS Code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Drop-in OpenAI URL: http://127.0.0.1:8000/v1</a:t>
            </a:r>
            <a:br/>
            <a:r>
              <a:t>• Model ID: shill-mind</a:t>
            </a:r>
            <a:br/>
            <a:r>
              <a:t>• 1-Click VS Code settings.json copy snippet.</a:t>
            </a:r>
            <a:br/>
            <a:r>
              <a:t>• Instant multi-agent code reviews directly inside the 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37744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🧪 LM Studio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Auto-generated preset in training/lmstudio_preset.json.</a:t>
            </a:r>
            <a:br/>
            <a:r>
              <a:t>• Connects via local server proxy.</a:t>
            </a:r>
            <a:br/>
            <a:r>
              <a:t>• Leverages dialectic temperature &amp; top-p presets tuned for analytical rigor.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37744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🤖 Jan Desktop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Direct model manifest in training/jan_model.json.</a:t>
            </a:r>
            <a:br/>
            <a:r>
              <a:t>• Drop-in Nitro engine compatibility.</a:t>
            </a:r>
            <a:br/>
            <a:r>
              <a:t>• Self-contained offline deployment on any laptop.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🦙 Ollama &amp; vLLM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Automated training/Modelfile generation.</a:t>
            </a:r>
            <a:br/>
            <a:r>
              <a:t>• Build local model: ollama create shill-mind -f ./training/Modelfile.</a:t>
            </a:r>
            <a:br/>
            <a:r>
              <a:t>• vLLM OpenAI server compatibility for high-throughput GPU clusters.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LINUX, MACOS, AND WINDOWS PRODUCTION READINESS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Unified Cross-Platform Zero-Touch Launchers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🐧 Linux &amp; macOS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Unified ./start.sh:</a:t>
            </a:r>
            <a:br/>
            <a:r>
              <a:t>  Detects Python 3.10+, bootstraps isolated ./venv, installs dependencies, generates .env credentials, and launches node.</a:t>
            </a:r>
            <a:br/>
            <a:r>
              <a:t>• Flags Supported:</a:t>
            </a:r>
            <a:br/>
            <a:r>
              <a:t>  --install-only, --build, --version.</a:t>
            </a:r>
            <a:br/>
            <a:r>
              <a:t>• Headless Daemon: Full systemd &amp; Docker container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🪟 Windows Batch &amp; PowerShell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Double-Click start.bat:</a:t>
            </a:r>
            <a:br/>
            <a:r>
              <a:t>  Instant launch from Windows File Explorer with automatic Python / py discovery.</a:t>
            </a:r>
            <a:br/>
            <a:r>
              <a:t>• Modern start.ps1:</a:t>
            </a:r>
            <a:br/>
            <a:r>
              <a:t>  Full PowerShell 5.1/7+ script with colored telemetry and modular parameter switches.</a:t>
            </a:r>
            <a:br/>
            <a:r>
              <a:t>• Portable Relative Paths: Zero hardcoded directories.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⚙️ Automated CI/CD &amp; Tests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72 Unit Tests Passing:</a:t>
            </a:r>
            <a:br/>
            <a:r>
              <a:t>  Covers democratic sharding, DEX AMM math, Hive shield, forensic signatures, and gauntlet loops.</a:t>
            </a:r>
            <a:br/>
            <a:r>
              <a:t>• GitHub Actions Matrix:</a:t>
            </a:r>
            <a:br/>
            <a:r>
              <a:t>  Continuous integration testing on both ubuntu-latest and windows-latest across Python 3.11 &amp; 3.12.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DEFENSIBILITY, MOAT &amp; STRATEGIC POSITIONING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Competitive Advantages: Why Shill Wins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Self-Verifying Data Flywheel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Competitors train on uncurated web data. Shill continuously generates proprietary high-density, multi-perspective dialectic dialogues that are mathematically scored, deduplicated, and packaged into golden datasets.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303520" cy="219456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2. Extreme Democratization &amp; Community Goodwill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By offering 100 free queries/day and a tiny &lt;64MB volunteer node footprint, Shill builds rapid grassroots adoption that closed corporate AI providers cannot match.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3. Forensic Proof of Generation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Every synthesized answer has an immutable Ed25519 cryptographic signature and verifiable on-chain badge (0x...), solving AI accountability and copyright attribution for enterprise clients.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4. Zero-Friction Dual Licensing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Permissive Apache 2.0 open-source adoption drives viral developer uptake, while enterprise compliance requirements naturally funnel commercial clients into high-margin OEM licenses.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THE FUTURE OF SOVEREIGN ARTIFICIAL INTELLIGENCE</a:t>
            </a:r>
          </a:p>
          <a:p>
            <a:pPr>
              <a:spcBef>
                <a:spcPts val="1200"/>
              </a:spcBef>
              <a:defRPr sz="3800" b="1">
                <a:solidFill>
                  <a:srgbClr val="F8FAFC"/>
                </a:solidFill>
              </a:defRPr>
            </a:pPr>
            <a:r>
              <a:t>Free to Use. Impossible to Rig. Built for Humanity.</a:t>
            </a:r>
          </a:p>
          <a:p>
            <a:pPr>
              <a:spcBef>
                <a:spcPts val="1600"/>
              </a:spcBef>
              <a:defRPr sz="1600">
                <a:solidFill>
                  <a:srgbClr val="94A3B8"/>
                </a:solidFill>
              </a:defRPr>
            </a:pPr>
            <a:r>
              <a:t>Shill is not an unproven whitepaper or speculative concept. It is a live, working sovereign AI node with neural inference, sharded storage, verified economics, and full cross-platform support ready for GitHub public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3200400" cy="13716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🌐 Launch on GitHub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Clone repository and launch in 1 command:</a:t>
            </a:r>
            <a:br/>
            <a:r>
              <a:t>`./start.sh` or `start.bat`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4754880"/>
            <a:ext cx="3200400" cy="13716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📦 Golden Datasets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Download clean DPO pairs on Hugging Face or export locally via `/api/export/dataset`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4754880"/>
            <a:ext cx="3200400" cy="1371600"/>
          </a:xfrm>
          <a:prstGeom prst="roundRect">
            <a:avLst/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💼 Partner &amp; Enterprise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Contact `enterprise@shill.network` for custom swarms &amp; commercial licensing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