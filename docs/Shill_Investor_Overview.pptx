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28016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</a:rPr>
              <a:t>SHILL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91840"/>
            <a:ext cx="94183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0">
                <a:solidFill>
                  <a:srgbClr val="C7D5E0"/>
                </a:solidFill>
              </a:rPr>
              <a:t>Trustworthy AI, debated in the open — owned by everyone.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120640"/>
            <a:ext cx="9418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solidFill>
                  <a:srgbClr val="96AAB9"/>
                </a:solidFill>
              </a:rPr>
              <a:t>Non-technical overview • Working product, live today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B2A4A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1B2A4A"/>
                </a:solidFill>
              </a:rPr>
              <a:t>•  Black-box answers: </a:t>
            </a:r>
            <a:r>
              <a:rPr sz="1800" b="0">
                <a:solidFill>
                  <a:srgbClr val="1B2A4A"/>
                </a:solidFill>
              </a:rPr>
              <a:t>one AI, one answer, no reasoning to check.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1B2A4A"/>
                </a:solidFill>
              </a:rPr>
              <a:t>•  Locked-away quality: </a:t>
            </a:r>
            <a:r>
              <a:rPr sz="1800" b="0">
                <a:solidFill>
                  <a:srgbClr val="1B2A4A"/>
                </a:solidFill>
              </a:rPr>
              <a:t>best AI costs money and hardware most people lack.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1B2A4A"/>
                </a:solidFill>
              </a:rPr>
              <a:t>•  Polluted commons: </a:t>
            </a:r>
            <a:r>
              <a:rPr sz="1800" b="0">
                <a:solidFill>
                  <a:srgbClr val="1B2A4A"/>
                </a:solidFill>
              </a:rPr>
              <a:t>fakes, scams, hidden manipulation — no accountability.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B2A4A"/>
                </a:solidFill>
              </a:rPr>
              <a:t>The fix: debate, then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0">
                <a:solidFill>
                  <a:srgbClr val="1B2A4A"/>
                </a:solidFill>
              </a:rPr>
              <a:t>•  5 AI characters debate live — propose, fact-check, challenge, synthesize, provoke.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0">
                <a:solidFill>
                  <a:srgbClr val="1B2A4A"/>
                </a:solidFill>
              </a:rPr>
              <a:t>•  You see confidence scores, runners-up, author IDs and signed receipts.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0">
                <a:solidFill>
                  <a:srgbClr val="1B2A4A"/>
                </a:solidFill>
              </a:rPr>
              <a:t>•  Winners become public goods: free datasets + downloadable models for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B2A4A"/>
                </a:solidFill>
              </a:rPr>
              <a:t>Who it helps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49377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700" b="1">
                <a:solidFill>
                  <a:srgbClr val="1B2A4A"/>
                </a:solidFill>
              </a:rPr>
              <a:t>•  Everyday users</a:t>
            </a:r>
            <a:r>
              <a:rPr sz="1700" b="0">
                <a:solidFill>
                  <a:srgbClr val="1B2A4A"/>
                </a:solidFill>
              </a:rPr>
              <a:t> — free trustworthy answers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700" b="1">
                <a:solidFill>
                  <a:srgbClr val="1B2A4A"/>
                </a:solidFill>
              </a:rPr>
              <a:t>•  Students</a:t>
            </a:r>
            <a:r>
              <a:rPr sz="1700" b="0">
                <a:solidFill>
                  <a:srgbClr val="1B2A4A"/>
                </a:solidFill>
              </a:rPr>
              <a:t> — a tutor that shows its work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700" b="1">
                <a:solidFill>
                  <a:srgbClr val="1B2A4A"/>
                </a:solidFill>
              </a:rPr>
              <a:t>•  Builders</a:t>
            </a:r>
            <a:r>
              <a:rPr sz="1700" b="0">
                <a:solidFill>
                  <a:srgbClr val="1B2A4A"/>
                </a:solidFill>
              </a:rPr>
              <a:t> — drop-in API + open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463040"/>
            <a:ext cx="49377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700" b="1">
                <a:solidFill>
                  <a:srgbClr val="1B2A4A"/>
                </a:solidFill>
              </a:rPr>
              <a:t>•  Hosts</a:t>
            </a:r>
            <a:r>
              <a:rPr sz="1700" b="0">
                <a:solidFill>
                  <a:srgbClr val="1B2A4A"/>
                </a:solidFill>
              </a:rPr>
              <a:t> — earn for spare compute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700" b="1">
                <a:solidFill>
                  <a:srgbClr val="1B2A4A"/>
                </a:solidFill>
              </a:rPr>
              <a:t>•  Communities</a:t>
            </a:r>
            <a:r>
              <a:rPr sz="1700" b="0">
                <a:solidFill>
                  <a:srgbClr val="1B2A4A"/>
                </a:solidFill>
              </a:rPr>
              <a:t> — own rooms + revenue share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B2A4A"/>
                </a:solidFill>
              </a:rPr>
              <a:t>Free forever, pay for more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1B2A4A"/>
                </a:solidFill>
              </a:rPr>
              <a:t>•  Citizen — $0: </a:t>
            </a:r>
            <a:r>
              <a:rPr sz="1800" b="0">
                <a:solidFill>
                  <a:srgbClr val="1B2A4A"/>
                </a:solidFill>
              </a:rPr>
              <a:t>100 questions/day, public rooms, community models.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1B2A4A"/>
                </a:solidFill>
              </a:rPr>
              <a:t>•  Supporter — fractions of a cent: </a:t>
            </a:r>
            <a:r>
              <a:rPr sz="1800" b="0">
                <a:solidFill>
                  <a:srgbClr val="1B2A4A"/>
                </a:solidFill>
              </a:rPr>
              <a:t>faster, private, more history.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1B2A4A"/>
                </a:solidFill>
              </a:rPr>
              <a:t>•  Contributor — earn: </a:t>
            </a:r>
            <a:r>
              <a:rPr sz="1800" b="0">
                <a:solidFill>
                  <a:srgbClr val="1B2A4A"/>
                </a:solidFill>
              </a:rPr>
              <a:t>100K/day + revenue share for compute and curation.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B2A4A"/>
                </a:solidFill>
              </a:rPr>
              <a:t>Money in, money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1B2A4A"/>
                </a:solidFill>
              </a:rPr>
              <a:t>•  In: </a:t>
            </a:r>
            <a:r>
              <a:rPr sz="1800" b="0">
                <a:solidFill>
                  <a:srgbClr val="1B2A4A"/>
                </a:solidFill>
              </a:rPr>
              <a:t>usage upgrades + API customers + tiny 0.3% marketplace fee + premium rooms.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1B2A4A"/>
                </a:solidFill>
              </a:rPr>
              <a:t>•  Out: </a:t>
            </a:r>
            <a:r>
              <a:rPr sz="1800" b="0">
                <a:solidFill>
                  <a:srgbClr val="1B2A4A"/>
                </a:solidFill>
              </a:rPr>
              <a:t>1 credit per message, 10 per kept insight, pay for compute + referrals — all receipted.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1B2A4A"/>
                </a:solidFill>
              </a:rPr>
              <a:t>•  Rule: </a:t>
            </a:r>
            <a:r>
              <a:rPr sz="1800" b="0">
                <a:solidFill>
                  <a:srgbClr val="1B2A4A"/>
                </a:solidFill>
              </a:rPr>
              <a:t>contributors are paid before shareholders.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B2A4A"/>
                </a:solidFill>
              </a:rPr>
              <a:t>Why Shill wins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49377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700" b="1">
                <a:solidFill>
                  <a:srgbClr val="1B2A4A"/>
                </a:solidFill>
              </a:rPr>
              <a:t>•  Visible reasoning </a:t>
            </a:r>
            <a:r>
              <a:rPr sz="1700" b="0">
                <a:solidFill>
                  <a:srgbClr val="1B2A4A"/>
                </a:solidFill>
              </a:rPr>
              <a:t>vs. trust-me chatbots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700" b="1">
                <a:solidFill>
                  <a:srgbClr val="1B2A4A"/>
                </a:solidFill>
              </a:rPr>
              <a:t>•  Verdicts that stick </a:t>
            </a:r>
            <a:r>
              <a:rPr sz="1700" b="0">
                <a:solidFill>
                  <a:srgbClr val="1B2A4A"/>
                </a:solidFill>
              </a:rPr>
              <a:t>vs. endless forum threads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700" b="1">
                <a:solidFill>
                  <a:srgbClr val="1B2A4A"/>
                </a:solidFill>
              </a:rPr>
              <a:t>•  Product before promises </a:t>
            </a:r>
            <a:r>
              <a:rPr sz="1700" b="0">
                <a:solidFill>
                  <a:srgbClr val="1B2A4A"/>
                </a:solidFill>
              </a:rPr>
              <a:t>— live app, 61 tests green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463040"/>
            <a:ext cx="49377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700" b="1">
                <a:solidFill>
                  <a:srgbClr val="1B2A4A"/>
                </a:solidFill>
              </a:rPr>
              <a:t>•  Value to contributors </a:t>
            </a:r>
            <a:r>
              <a:rPr sz="1700" b="0">
                <a:solidFill>
                  <a:srgbClr val="1B2A4A"/>
                </a:solidFill>
              </a:rPr>
              <a:t>vs. 30% platform rent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700" b="1">
                <a:solidFill>
                  <a:srgbClr val="1B2A4A"/>
                </a:solidFill>
              </a:rPr>
              <a:t>•  Open weights </a:t>
            </a:r>
            <a:r>
              <a:rPr sz="1700" b="0">
                <a:solidFill>
                  <a:srgbClr val="1B2A4A"/>
                </a:solidFill>
              </a:rPr>
              <a:t>vs. locked labs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B2A4A"/>
                </a:solidFill>
              </a:rPr>
              <a:t>Safety you can explain to anyone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1B2A4A"/>
                </a:solidFill>
              </a:rPr>
              <a:t>•  No weapons, ever. </a:t>
            </a:r>
            <a:r>
              <a:rPr sz="1800" b="0">
                <a:solidFill>
                  <a:srgbClr val="1B2A4A"/>
                </a:solidFill>
              </a:rPr>
              <a:t>No fakes (signed IDs). No poisoning (scanned out).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1B2A4A"/>
                </a:solidFill>
              </a:rPr>
              <a:t>•  Scammers blocked at the door; </a:t>
            </a:r>
            <a:r>
              <a:rPr sz="1800" b="0">
                <a:solidFill>
                  <a:srgbClr val="1B2A4A"/>
                </a:solidFill>
              </a:rPr>
              <a:t>abusive operators lose their cash bond.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1B2A4A"/>
                </a:solidFill>
              </a:rPr>
              <a:t>•  Community court + human-supervised juries </a:t>
            </a:r>
            <a:r>
              <a:rPr sz="1800" b="0">
                <a:solidFill>
                  <a:srgbClr val="1B2A4A"/>
                </a:solidFill>
              </a:rPr>
              <a:t>for anything flagged.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B2A4A"/>
                </a:solidFill>
              </a:rPr>
              <a:t>Growth flywheel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1B2A4A"/>
                </a:solidFill>
              </a:rPr>
              <a:t>•  Free debates → </a:t>
            </a:r>
            <a:r>
              <a:rPr sz="1800" b="0">
                <a:solidFill>
                  <a:srgbClr val="1B2A4A"/>
                </a:solidFill>
              </a:rPr>
              <a:t>friends invited (bounty) → more hosts (pay) → smarter free models → more debates.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1B2A4A"/>
                </a:solidFill>
              </a:rPr>
              <a:t>•  Phase 1: </a:t>
            </a:r>
            <a:r>
              <a:rPr sz="1800" b="0">
                <a:solidFill>
                  <a:srgbClr val="1B2A4A"/>
                </a:solidFill>
              </a:rPr>
              <a:t>campuses — 1,000 weekly debaters.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1B2A4A"/>
                </a:solidFill>
              </a:rPr>
              <a:t>•  Phase 2-3: </a:t>
            </a:r>
            <a:r>
              <a:rPr sz="1800" b="0">
                <a:solidFill>
                  <a:srgbClr val="1B2A4A"/>
                </a:solidFill>
              </a:rPr>
              <a:t>builders + anchor communities — API keys, own rooms.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1B2A4A"/>
                </a:solidFill>
              </a:rPr>
              <a:t>•  12-month pledge: </a:t>
            </a:r>
            <a:r>
              <a:rPr sz="1800" b="0">
                <a:solidFill>
                  <a:srgbClr val="1B2A4A"/>
                </a:solidFill>
              </a:rPr>
              <a:t>10K weekly debaters, 5 community models, payouts exceed costs.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Free to use. Impossible to rig. Pays its contributors.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931920"/>
            <a:ext cx="9418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C7D5E0"/>
                </a:solidFill>
              </a:rPr>
              <a:t>Technical deep-dive deck to follow — this was the human version.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